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bril Fatface" panose="02000503000000020003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font" Target="fonts/font1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7" Type="http://schemas.openxmlformats.org/officeDocument/2006/relationships/image" Target="../media/image2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10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.png" /><Relationship Id="rId5" Type="http://schemas.openxmlformats.org/officeDocument/2006/relationships/image" Target="../media/image15.png" /><Relationship Id="rId4" Type="http://schemas.openxmlformats.org/officeDocument/2006/relationships/image" Target="../media/image11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7" Type="http://schemas.openxmlformats.org/officeDocument/2006/relationships/image" Target="../media/image19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8.png" /><Relationship Id="rId5" Type="http://schemas.openxmlformats.org/officeDocument/2006/relationships/image" Target="../media/image17.png" /><Relationship Id="rId4" Type="http://schemas.openxmlformats.org/officeDocument/2006/relationships/image" Target="../media/image2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2.png" /><Relationship Id="rId5" Type="http://schemas.openxmlformats.org/officeDocument/2006/relationships/image" Target="../media/image21.png" /><Relationship Id="rId4" Type="http://schemas.openxmlformats.org/officeDocument/2006/relationships/image" Target="../media/image20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26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5.png" /><Relationship Id="rId5" Type="http://schemas.openxmlformats.org/officeDocument/2006/relationships/image" Target="../media/image24.png" /><Relationship Id="rId4" Type="http://schemas.openxmlformats.org/officeDocument/2006/relationships/image" Target="../media/image23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30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29.png" /><Relationship Id="rId5" Type="http://schemas.openxmlformats.org/officeDocument/2006/relationships/image" Target="../media/image28.png" /><Relationship Id="rId4" Type="http://schemas.openxmlformats.org/officeDocument/2006/relationships/image" Target="../media/image2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E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961848" cy="1163761"/>
          </a:xfrm>
          <a:custGeom>
            <a:avLst/>
            <a:gdLst/>
            <a:ahLst/>
            <a:cxnLst/>
            <a:rect l="l" t="t" r="r" b="b"/>
            <a:pathLst>
              <a:path w="8961848" h="1163761">
                <a:moveTo>
                  <a:pt x="0" y="0"/>
                </a:moveTo>
                <a:lnTo>
                  <a:pt x="8961848" y="0"/>
                </a:lnTo>
                <a:lnTo>
                  <a:pt x="8961848" y="1163761"/>
                </a:lnTo>
                <a:lnTo>
                  <a:pt x="0" y="1163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230" t="-60006" r="-12873" b="-4635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043813" y="208392"/>
            <a:ext cx="5022433" cy="746976"/>
          </a:xfrm>
          <a:custGeom>
            <a:avLst/>
            <a:gdLst/>
            <a:ahLst/>
            <a:cxnLst/>
            <a:rect l="l" t="t" r="r" b="b"/>
            <a:pathLst>
              <a:path w="5022433" h="746976">
                <a:moveTo>
                  <a:pt x="0" y="0"/>
                </a:moveTo>
                <a:lnTo>
                  <a:pt x="5022433" y="0"/>
                </a:lnTo>
                <a:lnTo>
                  <a:pt x="5022433" y="746977"/>
                </a:lnTo>
                <a:lnTo>
                  <a:pt x="0" y="746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84414" y="1768870"/>
            <a:ext cx="7114891" cy="1171458"/>
          </a:xfrm>
          <a:custGeom>
            <a:avLst/>
            <a:gdLst/>
            <a:ahLst/>
            <a:cxnLst/>
            <a:rect l="l" t="t" r="r" b="b"/>
            <a:pathLst>
              <a:path w="7114891" h="1171458">
                <a:moveTo>
                  <a:pt x="0" y="0"/>
                </a:moveTo>
                <a:lnTo>
                  <a:pt x="7114891" y="0"/>
                </a:lnTo>
                <a:lnTo>
                  <a:pt x="7114891" y="1171457"/>
                </a:lnTo>
                <a:lnTo>
                  <a:pt x="0" y="1171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529" t="-10942" r="-2731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61927" y="7727011"/>
            <a:ext cx="14560182" cy="11484344"/>
          </a:xfrm>
          <a:custGeom>
            <a:avLst/>
            <a:gdLst/>
            <a:ahLst/>
            <a:cxnLst/>
            <a:rect l="l" t="t" r="r" b="b"/>
            <a:pathLst>
              <a:path w="14560182" h="11484344">
                <a:moveTo>
                  <a:pt x="0" y="0"/>
                </a:moveTo>
                <a:lnTo>
                  <a:pt x="14560182" y="0"/>
                </a:lnTo>
                <a:lnTo>
                  <a:pt x="14560182" y="11484343"/>
                </a:lnTo>
                <a:lnTo>
                  <a:pt x="0" y="11484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472652" y="3892458"/>
            <a:ext cx="14128678" cy="10906007"/>
          </a:xfrm>
          <a:custGeom>
            <a:avLst/>
            <a:gdLst/>
            <a:ahLst/>
            <a:cxnLst/>
            <a:rect l="l" t="t" r="r" b="b"/>
            <a:pathLst>
              <a:path w="14128678" h="10906007">
                <a:moveTo>
                  <a:pt x="0" y="0"/>
                </a:moveTo>
                <a:lnTo>
                  <a:pt x="14128678" y="0"/>
                </a:lnTo>
                <a:lnTo>
                  <a:pt x="14128678" y="10906008"/>
                </a:lnTo>
                <a:lnTo>
                  <a:pt x="0" y="109060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449" r="-11917" b="-810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75651" y="2940327"/>
            <a:ext cx="14699176" cy="5694120"/>
          </a:xfrm>
          <a:custGeom>
            <a:avLst/>
            <a:gdLst/>
            <a:ahLst/>
            <a:cxnLst/>
            <a:rect l="l" t="t" r="r" b="b"/>
            <a:pathLst>
              <a:path w="14699176" h="5694120">
                <a:moveTo>
                  <a:pt x="0" y="0"/>
                </a:moveTo>
                <a:lnTo>
                  <a:pt x="14699176" y="0"/>
                </a:lnTo>
                <a:lnTo>
                  <a:pt x="14699176" y="5694120"/>
                </a:lnTo>
                <a:lnTo>
                  <a:pt x="0" y="5694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37" t="-11618" r="-2566" b="-393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05215" y="3773542"/>
            <a:ext cx="15493215" cy="9018390"/>
          </a:xfrm>
          <a:custGeom>
            <a:avLst/>
            <a:gdLst/>
            <a:ahLst/>
            <a:cxnLst/>
            <a:rect l="l" t="t" r="r" b="b"/>
            <a:pathLst>
              <a:path w="15493215" h="9018390">
                <a:moveTo>
                  <a:pt x="0" y="0"/>
                </a:moveTo>
                <a:lnTo>
                  <a:pt x="15493215" y="0"/>
                </a:lnTo>
                <a:lnTo>
                  <a:pt x="15493215" y="9018390"/>
                </a:lnTo>
                <a:lnTo>
                  <a:pt x="0" y="9018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480" b="-4046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E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7056" y="208392"/>
            <a:ext cx="8665872" cy="9881115"/>
            <a:chOff x="0" y="0"/>
            <a:chExt cx="2282370" cy="26024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2370" cy="2602434"/>
            </a:xfrm>
            <a:custGeom>
              <a:avLst/>
              <a:gdLst/>
              <a:ahLst/>
              <a:cxnLst/>
              <a:rect l="l" t="t" r="r" b="b"/>
              <a:pathLst>
                <a:path w="2282370" h="2602434">
                  <a:moveTo>
                    <a:pt x="15187" y="0"/>
                  </a:moveTo>
                  <a:lnTo>
                    <a:pt x="2267182" y="0"/>
                  </a:lnTo>
                  <a:cubicBezTo>
                    <a:pt x="2271210" y="0"/>
                    <a:pt x="2275073" y="1600"/>
                    <a:pt x="2277921" y="4448"/>
                  </a:cubicBezTo>
                  <a:cubicBezTo>
                    <a:pt x="2280770" y="7297"/>
                    <a:pt x="2282370" y="11159"/>
                    <a:pt x="2282370" y="15187"/>
                  </a:cubicBezTo>
                  <a:lnTo>
                    <a:pt x="2282370" y="2587246"/>
                  </a:lnTo>
                  <a:cubicBezTo>
                    <a:pt x="2282370" y="2591274"/>
                    <a:pt x="2280770" y="2595137"/>
                    <a:pt x="2277921" y="2597985"/>
                  </a:cubicBezTo>
                  <a:cubicBezTo>
                    <a:pt x="2275073" y="2600833"/>
                    <a:pt x="2271210" y="2602434"/>
                    <a:pt x="2267182" y="2602434"/>
                  </a:cubicBezTo>
                  <a:lnTo>
                    <a:pt x="15187" y="2602434"/>
                  </a:lnTo>
                  <a:cubicBezTo>
                    <a:pt x="11159" y="2602434"/>
                    <a:pt x="7297" y="2600833"/>
                    <a:pt x="4448" y="2597985"/>
                  </a:cubicBezTo>
                  <a:cubicBezTo>
                    <a:pt x="1600" y="2595137"/>
                    <a:pt x="0" y="2591274"/>
                    <a:pt x="0" y="2587246"/>
                  </a:cubicBezTo>
                  <a:lnTo>
                    <a:pt x="0" y="15187"/>
                  </a:lnTo>
                  <a:cubicBezTo>
                    <a:pt x="0" y="11159"/>
                    <a:pt x="1600" y="7297"/>
                    <a:pt x="4448" y="4448"/>
                  </a:cubicBezTo>
                  <a:cubicBezTo>
                    <a:pt x="7297" y="1600"/>
                    <a:pt x="11159" y="0"/>
                    <a:pt x="15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82370" cy="264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42392" y="317791"/>
            <a:ext cx="7715202" cy="1421818"/>
          </a:xfrm>
          <a:custGeom>
            <a:avLst/>
            <a:gdLst/>
            <a:ahLst/>
            <a:cxnLst/>
            <a:rect l="l" t="t" r="r" b="b"/>
            <a:pathLst>
              <a:path w="7715202" h="1421818">
                <a:moveTo>
                  <a:pt x="0" y="0"/>
                </a:moveTo>
                <a:lnTo>
                  <a:pt x="7715202" y="0"/>
                </a:lnTo>
                <a:lnTo>
                  <a:pt x="7715202" y="1421818"/>
                </a:lnTo>
                <a:lnTo>
                  <a:pt x="0" y="14218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832" t="-13825" r="-28166" b="-451"/>
            </a:stretch>
          </a:blipFill>
        </p:spPr>
      </p:sp>
      <p:sp>
        <p:nvSpPr>
          <p:cNvPr id="6" name="Freeform 6"/>
          <p:cNvSpPr/>
          <p:nvPr/>
        </p:nvSpPr>
        <p:spPr>
          <a:xfrm rot="493902">
            <a:off x="-1098356" y="8757361"/>
            <a:ext cx="3206089" cy="2664292"/>
          </a:xfrm>
          <a:custGeom>
            <a:avLst/>
            <a:gdLst/>
            <a:ahLst/>
            <a:cxnLst/>
            <a:rect l="l" t="t" r="r" b="b"/>
            <a:pathLst>
              <a:path w="3206089" h="2664292">
                <a:moveTo>
                  <a:pt x="0" y="0"/>
                </a:moveTo>
                <a:lnTo>
                  <a:pt x="3206088" y="0"/>
                </a:lnTo>
                <a:lnTo>
                  <a:pt x="3206088" y="2664292"/>
                </a:lnTo>
                <a:lnTo>
                  <a:pt x="0" y="2664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368" t="-1573" b="-157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4688" y="1853887"/>
            <a:ext cx="8190609" cy="7711523"/>
          </a:xfrm>
          <a:custGeom>
            <a:avLst/>
            <a:gdLst/>
            <a:ahLst/>
            <a:cxnLst/>
            <a:rect l="l" t="t" r="r" b="b"/>
            <a:pathLst>
              <a:path w="8190609" h="7711523">
                <a:moveTo>
                  <a:pt x="0" y="0"/>
                </a:moveTo>
                <a:lnTo>
                  <a:pt x="8190609" y="0"/>
                </a:lnTo>
                <a:lnTo>
                  <a:pt x="8190609" y="7711523"/>
                </a:lnTo>
                <a:lnTo>
                  <a:pt x="0" y="77115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61" t="-1246" r="-391" b="-3964"/>
            </a:stretch>
          </a:blipFill>
          <a:ln cap="sq">
            <a:noFill/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9144000" y="208392"/>
            <a:ext cx="8665872" cy="9786391"/>
            <a:chOff x="0" y="0"/>
            <a:chExt cx="2282370" cy="25774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82370" cy="2577486"/>
            </a:xfrm>
            <a:custGeom>
              <a:avLst/>
              <a:gdLst/>
              <a:ahLst/>
              <a:cxnLst/>
              <a:rect l="l" t="t" r="r" b="b"/>
              <a:pathLst>
                <a:path w="2282370" h="2577486">
                  <a:moveTo>
                    <a:pt x="15187" y="0"/>
                  </a:moveTo>
                  <a:lnTo>
                    <a:pt x="2267182" y="0"/>
                  </a:lnTo>
                  <a:cubicBezTo>
                    <a:pt x="2271210" y="0"/>
                    <a:pt x="2275073" y="1600"/>
                    <a:pt x="2277921" y="4448"/>
                  </a:cubicBezTo>
                  <a:cubicBezTo>
                    <a:pt x="2280770" y="7297"/>
                    <a:pt x="2282370" y="11159"/>
                    <a:pt x="2282370" y="15187"/>
                  </a:cubicBezTo>
                  <a:lnTo>
                    <a:pt x="2282370" y="2562298"/>
                  </a:lnTo>
                  <a:cubicBezTo>
                    <a:pt x="2282370" y="2566326"/>
                    <a:pt x="2280770" y="2570189"/>
                    <a:pt x="2277921" y="2573037"/>
                  </a:cubicBezTo>
                  <a:cubicBezTo>
                    <a:pt x="2275073" y="2575886"/>
                    <a:pt x="2271210" y="2577486"/>
                    <a:pt x="2267182" y="2577486"/>
                  </a:cubicBezTo>
                  <a:lnTo>
                    <a:pt x="15187" y="2577486"/>
                  </a:lnTo>
                  <a:cubicBezTo>
                    <a:pt x="11159" y="2577486"/>
                    <a:pt x="7297" y="2575886"/>
                    <a:pt x="4448" y="2573037"/>
                  </a:cubicBezTo>
                  <a:cubicBezTo>
                    <a:pt x="1600" y="2570189"/>
                    <a:pt x="0" y="2566326"/>
                    <a:pt x="0" y="2562298"/>
                  </a:cubicBezTo>
                  <a:lnTo>
                    <a:pt x="0" y="15187"/>
                  </a:lnTo>
                  <a:cubicBezTo>
                    <a:pt x="0" y="11159"/>
                    <a:pt x="1600" y="7297"/>
                    <a:pt x="4448" y="4448"/>
                  </a:cubicBezTo>
                  <a:cubicBezTo>
                    <a:pt x="7297" y="1600"/>
                    <a:pt x="11159" y="0"/>
                    <a:pt x="15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82370" cy="2615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385326" y="8572182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3" y="0"/>
                </a:lnTo>
                <a:lnTo>
                  <a:pt x="2849093" y="2845202"/>
                </a:lnTo>
                <a:lnTo>
                  <a:pt x="0" y="28452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496369" y="2283260"/>
            <a:ext cx="7961134" cy="7282149"/>
          </a:xfrm>
          <a:custGeom>
            <a:avLst/>
            <a:gdLst/>
            <a:ahLst/>
            <a:cxnLst/>
            <a:rect l="l" t="t" r="r" b="b"/>
            <a:pathLst>
              <a:path w="7961134" h="7282149">
                <a:moveTo>
                  <a:pt x="0" y="0"/>
                </a:moveTo>
                <a:lnTo>
                  <a:pt x="7961134" y="0"/>
                </a:lnTo>
                <a:lnTo>
                  <a:pt x="7961134" y="7282150"/>
                </a:lnTo>
                <a:lnTo>
                  <a:pt x="0" y="7282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6" t="-1320" r="-266" b="-1442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043813" y="208392"/>
            <a:ext cx="5022433" cy="746976"/>
          </a:xfrm>
          <a:custGeom>
            <a:avLst/>
            <a:gdLst/>
            <a:ahLst/>
            <a:cxnLst/>
            <a:rect l="l" t="t" r="r" b="b"/>
            <a:pathLst>
              <a:path w="5022433" h="746976">
                <a:moveTo>
                  <a:pt x="0" y="0"/>
                </a:moveTo>
                <a:lnTo>
                  <a:pt x="5022433" y="0"/>
                </a:lnTo>
                <a:lnTo>
                  <a:pt x="5022433" y="746977"/>
                </a:lnTo>
                <a:lnTo>
                  <a:pt x="0" y="7469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8407307">
            <a:off x="-1728909" y="-1104809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3" y="0"/>
                </a:lnTo>
                <a:lnTo>
                  <a:pt x="2849093" y="2845201"/>
                </a:lnTo>
                <a:lnTo>
                  <a:pt x="0" y="28452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E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7056" y="208392"/>
            <a:ext cx="8665872" cy="9881115"/>
            <a:chOff x="0" y="0"/>
            <a:chExt cx="2282370" cy="26024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82370" cy="2602434"/>
            </a:xfrm>
            <a:custGeom>
              <a:avLst/>
              <a:gdLst/>
              <a:ahLst/>
              <a:cxnLst/>
              <a:rect l="l" t="t" r="r" b="b"/>
              <a:pathLst>
                <a:path w="2282370" h="2602434">
                  <a:moveTo>
                    <a:pt x="15187" y="0"/>
                  </a:moveTo>
                  <a:lnTo>
                    <a:pt x="2267182" y="0"/>
                  </a:lnTo>
                  <a:cubicBezTo>
                    <a:pt x="2271210" y="0"/>
                    <a:pt x="2275073" y="1600"/>
                    <a:pt x="2277921" y="4448"/>
                  </a:cubicBezTo>
                  <a:cubicBezTo>
                    <a:pt x="2280770" y="7297"/>
                    <a:pt x="2282370" y="11159"/>
                    <a:pt x="2282370" y="15187"/>
                  </a:cubicBezTo>
                  <a:lnTo>
                    <a:pt x="2282370" y="2587246"/>
                  </a:lnTo>
                  <a:cubicBezTo>
                    <a:pt x="2282370" y="2591274"/>
                    <a:pt x="2280770" y="2595137"/>
                    <a:pt x="2277921" y="2597985"/>
                  </a:cubicBezTo>
                  <a:cubicBezTo>
                    <a:pt x="2275073" y="2600833"/>
                    <a:pt x="2271210" y="2602434"/>
                    <a:pt x="2267182" y="2602434"/>
                  </a:cubicBezTo>
                  <a:lnTo>
                    <a:pt x="15187" y="2602434"/>
                  </a:lnTo>
                  <a:cubicBezTo>
                    <a:pt x="11159" y="2602434"/>
                    <a:pt x="7297" y="2600833"/>
                    <a:pt x="4448" y="2597985"/>
                  </a:cubicBezTo>
                  <a:cubicBezTo>
                    <a:pt x="1600" y="2595137"/>
                    <a:pt x="0" y="2591274"/>
                    <a:pt x="0" y="2587246"/>
                  </a:cubicBezTo>
                  <a:lnTo>
                    <a:pt x="0" y="15187"/>
                  </a:lnTo>
                  <a:cubicBezTo>
                    <a:pt x="0" y="11159"/>
                    <a:pt x="1600" y="7297"/>
                    <a:pt x="4448" y="4448"/>
                  </a:cubicBezTo>
                  <a:cubicBezTo>
                    <a:pt x="7297" y="1600"/>
                    <a:pt x="11159" y="0"/>
                    <a:pt x="15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82370" cy="264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00793" y="350624"/>
            <a:ext cx="8059561" cy="1299039"/>
          </a:xfrm>
          <a:custGeom>
            <a:avLst/>
            <a:gdLst/>
            <a:ahLst/>
            <a:cxnLst/>
            <a:rect l="l" t="t" r="r" b="b"/>
            <a:pathLst>
              <a:path w="8059561" h="1299039">
                <a:moveTo>
                  <a:pt x="0" y="0"/>
                </a:moveTo>
                <a:lnTo>
                  <a:pt x="8059561" y="0"/>
                </a:lnTo>
                <a:lnTo>
                  <a:pt x="8059561" y="1299039"/>
                </a:lnTo>
                <a:lnTo>
                  <a:pt x="0" y="1299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158" r="-1715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0793" y="1420227"/>
            <a:ext cx="8059561" cy="8480305"/>
          </a:xfrm>
          <a:custGeom>
            <a:avLst/>
            <a:gdLst/>
            <a:ahLst/>
            <a:cxnLst/>
            <a:rect l="l" t="t" r="r" b="b"/>
            <a:pathLst>
              <a:path w="8059561" h="8480305">
                <a:moveTo>
                  <a:pt x="0" y="0"/>
                </a:moveTo>
                <a:lnTo>
                  <a:pt x="8059561" y="0"/>
                </a:lnTo>
                <a:lnTo>
                  <a:pt x="8059561" y="8480305"/>
                </a:lnTo>
                <a:lnTo>
                  <a:pt x="0" y="8480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33" b="-1233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144000" y="208392"/>
            <a:ext cx="8665872" cy="9881115"/>
            <a:chOff x="0" y="0"/>
            <a:chExt cx="2282370" cy="26024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82370" cy="2602434"/>
            </a:xfrm>
            <a:custGeom>
              <a:avLst/>
              <a:gdLst/>
              <a:ahLst/>
              <a:cxnLst/>
              <a:rect l="l" t="t" r="r" b="b"/>
              <a:pathLst>
                <a:path w="2282370" h="2602434">
                  <a:moveTo>
                    <a:pt x="15187" y="0"/>
                  </a:moveTo>
                  <a:lnTo>
                    <a:pt x="2267182" y="0"/>
                  </a:lnTo>
                  <a:cubicBezTo>
                    <a:pt x="2271210" y="0"/>
                    <a:pt x="2275073" y="1600"/>
                    <a:pt x="2277921" y="4448"/>
                  </a:cubicBezTo>
                  <a:cubicBezTo>
                    <a:pt x="2280770" y="7297"/>
                    <a:pt x="2282370" y="11159"/>
                    <a:pt x="2282370" y="15187"/>
                  </a:cubicBezTo>
                  <a:lnTo>
                    <a:pt x="2282370" y="2587246"/>
                  </a:lnTo>
                  <a:cubicBezTo>
                    <a:pt x="2282370" y="2591274"/>
                    <a:pt x="2280770" y="2595137"/>
                    <a:pt x="2277921" y="2597985"/>
                  </a:cubicBezTo>
                  <a:cubicBezTo>
                    <a:pt x="2275073" y="2600833"/>
                    <a:pt x="2271210" y="2602434"/>
                    <a:pt x="2267182" y="2602434"/>
                  </a:cubicBezTo>
                  <a:lnTo>
                    <a:pt x="15187" y="2602434"/>
                  </a:lnTo>
                  <a:cubicBezTo>
                    <a:pt x="11159" y="2602434"/>
                    <a:pt x="7297" y="2600833"/>
                    <a:pt x="4448" y="2597985"/>
                  </a:cubicBezTo>
                  <a:cubicBezTo>
                    <a:pt x="1600" y="2595137"/>
                    <a:pt x="0" y="2591274"/>
                    <a:pt x="0" y="2587246"/>
                  </a:cubicBezTo>
                  <a:lnTo>
                    <a:pt x="0" y="15187"/>
                  </a:lnTo>
                  <a:cubicBezTo>
                    <a:pt x="0" y="11159"/>
                    <a:pt x="1600" y="7297"/>
                    <a:pt x="4448" y="4448"/>
                  </a:cubicBezTo>
                  <a:cubicBezTo>
                    <a:pt x="7297" y="1600"/>
                    <a:pt x="11159" y="0"/>
                    <a:pt x="15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82370" cy="264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385326" y="8572182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3" y="0"/>
                </a:lnTo>
                <a:lnTo>
                  <a:pt x="2849093" y="2845202"/>
                </a:lnTo>
                <a:lnTo>
                  <a:pt x="0" y="28452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73404" y="2089886"/>
            <a:ext cx="8636468" cy="7605302"/>
          </a:xfrm>
          <a:custGeom>
            <a:avLst/>
            <a:gdLst/>
            <a:ahLst/>
            <a:cxnLst/>
            <a:rect l="l" t="t" r="r" b="b"/>
            <a:pathLst>
              <a:path w="8636468" h="7605302">
                <a:moveTo>
                  <a:pt x="0" y="0"/>
                </a:moveTo>
                <a:lnTo>
                  <a:pt x="8636468" y="0"/>
                </a:lnTo>
                <a:lnTo>
                  <a:pt x="8636468" y="7605302"/>
                </a:lnTo>
                <a:lnTo>
                  <a:pt x="0" y="7605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59" t="-455" r="-1059"/>
            </a:stretch>
          </a:blipFill>
        </p:spPr>
      </p:sp>
      <p:sp>
        <p:nvSpPr>
          <p:cNvPr id="12" name="Freeform 12"/>
          <p:cNvSpPr/>
          <p:nvPr/>
        </p:nvSpPr>
        <p:spPr>
          <a:xfrm rot="9348211">
            <a:off x="-1424547" y="-1214208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4" y="0"/>
                </a:lnTo>
                <a:lnTo>
                  <a:pt x="2849094" y="2845201"/>
                </a:lnTo>
                <a:lnTo>
                  <a:pt x="0" y="2845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043813" y="208392"/>
            <a:ext cx="5022433" cy="746976"/>
          </a:xfrm>
          <a:custGeom>
            <a:avLst/>
            <a:gdLst/>
            <a:ahLst/>
            <a:cxnLst/>
            <a:rect l="l" t="t" r="r" b="b"/>
            <a:pathLst>
              <a:path w="5022433" h="746976">
                <a:moveTo>
                  <a:pt x="0" y="0"/>
                </a:moveTo>
                <a:lnTo>
                  <a:pt x="5022433" y="0"/>
                </a:lnTo>
                <a:lnTo>
                  <a:pt x="5022433" y="746977"/>
                </a:lnTo>
                <a:lnTo>
                  <a:pt x="0" y="7469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E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202943"/>
            <a:ext cx="8377452" cy="9881115"/>
            <a:chOff x="0" y="0"/>
            <a:chExt cx="2206407" cy="26024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6407" cy="2602434"/>
            </a:xfrm>
            <a:custGeom>
              <a:avLst/>
              <a:gdLst/>
              <a:ahLst/>
              <a:cxnLst/>
              <a:rect l="l" t="t" r="r" b="b"/>
              <a:pathLst>
                <a:path w="2206407" h="2602434">
                  <a:moveTo>
                    <a:pt x="15710" y="0"/>
                  </a:moveTo>
                  <a:lnTo>
                    <a:pt x="2190697" y="0"/>
                  </a:lnTo>
                  <a:cubicBezTo>
                    <a:pt x="2199373" y="0"/>
                    <a:pt x="2206407" y="7034"/>
                    <a:pt x="2206407" y="15710"/>
                  </a:cubicBezTo>
                  <a:lnTo>
                    <a:pt x="2206407" y="2586723"/>
                  </a:lnTo>
                  <a:cubicBezTo>
                    <a:pt x="2206407" y="2595400"/>
                    <a:pt x="2199373" y="2602434"/>
                    <a:pt x="2190697" y="2602434"/>
                  </a:cubicBezTo>
                  <a:lnTo>
                    <a:pt x="15710" y="2602434"/>
                  </a:lnTo>
                  <a:cubicBezTo>
                    <a:pt x="7034" y="2602434"/>
                    <a:pt x="0" y="2595400"/>
                    <a:pt x="0" y="2586723"/>
                  </a:cubicBezTo>
                  <a:lnTo>
                    <a:pt x="0" y="15710"/>
                  </a:lnTo>
                  <a:cubicBezTo>
                    <a:pt x="0" y="7034"/>
                    <a:pt x="7034" y="0"/>
                    <a:pt x="157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6407" cy="264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759439" y="202943"/>
            <a:ext cx="9242713" cy="9881115"/>
            <a:chOff x="0" y="0"/>
            <a:chExt cx="2434295" cy="26024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4295" cy="2602434"/>
            </a:xfrm>
            <a:custGeom>
              <a:avLst/>
              <a:gdLst/>
              <a:ahLst/>
              <a:cxnLst/>
              <a:rect l="l" t="t" r="r" b="b"/>
              <a:pathLst>
                <a:path w="2434295" h="2602434">
                  <a:moveTo>
                    <a:pt x="14240" y="0"/>
                  </a:moveTo>
                  <a:lnTo>
                    <a:pt x="2420055" y="0"/>
                  </a:lnTo>
                  <a:cubicBezTo>
                    <a:pt x="2423832" y="0"/>
                    <a:pt x="2427454" y="1500"/>
                    <a:pt x="2430124" y="4171"/>
                  </a:cubicBezTo>
                  <a:cubicBezTo>
                    <a:pt x="2432795" y="6841"/>
                    <a:pt x="2434295" y="10463"/>
                    <a:pt x="2434295" y="14240"/>
                  </a:cubicBezTo>
                  <a:lnTo>
                    <a:pt x="2434295" y="2588194"/>
                  </a:lnTo>
                  <a:cubicBezTo>
                    <a:pt x="2434295" y="2591971"/>
                    <a:pt x="2432795" y="2595593"/>
                    <a:pt x="2430124" y="2598263"/>
                  </a:cubicBezTo>
                  <a:cubicBezTo>
                    <a:pt x="2427454" y="2600933"/>
                    <a:pt x="2423832" y="2602434"/>
                    <a:pt x="2420055" y="2602434"/>
                  </a:cubicBezTo>
                  <a:lnTo>
                    <a:pt x="14240" y="2602434"/>
                  </a:lnTo>
                  <a:cubicBezTo>
                    <a:pt x="10463" y="2602434"/>
                    <a:pt x="6841" y="2600933"/>
                    <a:pt x="4171" y="2598263"/>
                  </a:cubicBezTo>
                  <a:cubicBezTo>
                    <a:pt x="1500" y="2595593"/>
                    <a:pt x="0" y="2591971"/>
                    <a:pt x="0" y="2588194"/>
                  </a:cubicBezTo>
                  <a:lnTo>
                    <a:pt x="0" y="14240"/>
                  </a:lnTo>
                  <a:cubicBezTo>
                    <a:pt x="0" y="10463"/>
                    <a:pt x="1500" y="6841"/>
                    <a:pt x="4171" y="4171"/>
                  </a:cubicBezTo>
                  <a:cubicBezTo>
                    <a:pt x="6841" y="1500"/>
                    <a:pt x="10463" y="0"/>
                    <a:pt x="142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34295" cy="264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85326" y="8572182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3" y="0"/>
                </a:lnTo>
                <a:lnTo>
                  <a:pt x="2849093" y="2845202"/>
                </a:lnTo>
                <a:lnTo>
                  <a:pt x="0" y="284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951720" y="2517429"/>
            <a:ext cx="8858153" cy="6541801"/>
          </a:xfrm>
          <a:custGeom>
            <a:avLst/>
            <a:gdLst/>
            <a:ahLst/>
            <a:cxnLst/>
            <a:rect l="l" t="t" r="r" b="b"/>
            <a:pathLst>
              <a:path w="8858153" h="6541801">
                <a:moveTo>
                  <a:pt x="0" y="0"/>
                </a:moveTo>
                <a:lnTo>
                  <a:pt x="8858152" y="0"/>
                </a:lnTo>
                <a:lnTo>
                  <a:pt x="8858152" y="6541801"/>
                </a:lnTo>
                <a:lnTo>
                  <a:pt x="0" y="6541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40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43813" y="208392"/>
            <a:ext cx="5022433" cy="746976"/>
          </a:xfrm>
          <a:custGeom>
            <a:avLst/>
            <a:gdLst/>
            <a:ahLst/>
            <a:cxnLst/>
            <a:rect l="l" t="t" r="r" b="b"/>
            <a:pathLst>
              <a:path w="5022433" h="746976">
                <a:moveTo>
                  <a:pt x="0" y="0"/>
                </a:moveTo>
                <a:lnTo>
                  <a:pt x="5022433" y="0"/>
                </a:lnTo>
                <a:lnTo>
                  <a:pt x="5022433" y="746977"/>
                </a:lnTo>
                <a:lnTo>
                  <a:pt x="0" y="7469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9348211">
            <a:off x="-1424547" y="-1214208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4" y="0"/>
                </a:lnTo>
                <a:lnTo>
                  <a:pt x="2849094" y="2845201"/>
                </a:lnTo>
                <a:lnTo>
                  <a:pt x="0" y="2845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9348211">
            <a:off x="-1272147" y="-1061808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4" y="0"/>
                </a:lnTo>
                <a:lnTo>
                  <a:pt x="2849094" y="2845201"/>
                </a:lnTo>
                <a:lnTo>
                  <a:pt x="0" y="2845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66420" y="1435768"/>
            <a:ext cx="7749413" cy="8705124"/>
          </a:xfrm>
          <a:custGeom>
            <a:avLst/>
            <a:gdLst/>
            <a:ahLst/>
            <a:cxnLst/>
            <a:rect l="l" t="t" r="r" b="b"/>
            <a:pathLst>
              <a:path w="7749413" h="8705124">
                <a:moveTo>
                  <a:pt x="0" y="0"/>
                </a:moveTo>
                <a:lnTo>
                  <a:pt x="7749412" y="0"/>
                </a:lnTo>
                <a:lnTo>
                  <a:pt x="7749412" y="8705124"/>
                </a:lnTo>
                <a:lnTo>
                  <a:pt x="0" y="87051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23" b="-223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09401" y="529247"/>
            <a:ext cx="6213633" cy="963435"/>
          </a:xfrm>
          <a:custGeom>
            <a:avLst/>
            <a:gdLst/>
            <a:ahLst/>
            <a:cxnLst/>
            <a:rect l="l" t="t" r="r" b="b"/>
            <a:pathLst>
              <a:path w="6213633" h="963435">
                <a:moveTo>
                  <a:pt x="0" y="0"/>
                </a:moveTo>
                <a:lnTo>
                  <a:pt x="6213633" y="0"/>
                </a:lnTo>
                <a:lnTo>
                  <a:pt x="6213633" y="963435"/>
                </a:lnTo>
                <a:lnTo>
                  <a:pt x="0" y="963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878" r="-23569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000017" y="202943"/>
            <a:ext cx="1743171" cy="2039343"/>
          </a:xfrm>
          <a:custGeom>
            <a:avLst/>
            <a:gdLst/>
            <a:ahLst/>
            <a:cxnLst/>
            <a:rect l="l" t="t" r="r" b="b"/>
            <a:pathLst>
              <a:path w="1743171" h="2039343">
                <a:moveTo>
                  <a:pt x="0" y="0"/>
                </a:moveTo>
                <a:lnTo>
                  <a:pt x="1743171" y="0"/>
                </a:lnTo>
                <a:lnTo>
                  <a:pt x="1743171" y="2039343"/>
                </a:lnTo>
                <a:lnTo>
                  <a:pt x="0" y="20393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508" r="-2820" b="-3508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E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202943"/>
            <a:ext cx="8377452" cy="9881115"/>
            <a:chOff x="0" y="0"/>
            <a:chExt cx="2206407" cy="26024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6407" cy="2602434"/>
            </a:xfrm>
            <a:custGeom>
              <a:avLst/>
              <a:gdLst/>
              <a:ahLst/>
              <a:cxnLst/>
              <a:rect l="l" t="t" r="r" b="b"/>
              <a:pathLst>
                <a:path w="2206407" h="2602434">
                  <a:moveTo>
                    <a:pt x="15710" y="0"/>
                  </a:moveTo>
                  <a:lnTo>
                    <a:pt x="2190697" y="0"/>
                  </a:lnTo>
                  <a:cubicBezTo>
                    <a:pt x="2199373" y="0"/>
                    <a:pt x="2206407" y="7034"/>
                    <a:pt x="2206407" y="15710"/>
                  </a:cubicBezTo>
                  <a:lnTo>
                    <a:pt x="2206407" y="2586723"/>
                  </a:lnTo>
                  <a:cubicBezTo>
                    <a:pt x="2206407" y="2595400"/>
                    <a:pt x="2199373" y="2602434"/>
                    <a:pt x="2190697" y="2602434"/>
                  </a:cubicBezTo>
                  <a:lnTo>
                    <a:pt x="15710" y="2602434"/>
                  </a:lnTo>
                  <a:cubicBezTo>
                    <a:pt x="7034" y="2602434"/>
                    <a:pt x="0" y="2595400"/>
                    <a:pt x="0" y="2586723"/>
                  </a:cubicBezTo>
                  <a:lnTo>
                    <a:pt x="0" y="15710"/>
                  </a:lnTo>
                  <a:cubicBezTo>
                    <a:pt x="0" y="7034"/>
                    <a:pt x="7034" y="0"/>
                    <a:pt x="157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6407" cy="264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9348211">
            <a:off x="-1272147" y="-1061808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4" y="0"/>
                </a:lnTo>
                <a:lnTo>
                  <a:pt x="2849094" y="2845201"/>
                </a:lnTo>
                <a:lnTo>
                  <a:pt x="0" y="2845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759439" y="208392"/>
            <a:ext cx="9242713" cy="9881115"/>
            <a:chOff x="0" y="0"/>
            <a:chExt cx="2434295" cy="26024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4295" cy="2602434"/>
            </a:xfrm>
            <a:custGeom>
              <a:avLst/>
              <a:gdLst/>
              <a:ahLst/>
              <a:cxnLst/>
              <a:rect l="l" t="t" r="r" b="b"/>
              <a:pathLst>
                <a:path w="2434295" h="2602434">
                  <a:moveTo>
                    <a:pt x="14240" y="0"/>
                  </a:moveTo>
                  <a:lnTo>
                    <a:pt x="2420055" y="0"/>
                  </a:lnTo>
                  <a:cubicBezTo>
                    <a:pt x="2423832" y="0"/>
                    <a:pt x="2427454" y="1500"/>
                    <a:pt x="2430124" y="4171"/>
                  </a:cubicBezTo>
                  <a:cubicBezTo>
                    <a:pt x="2432795" y="6841"/>
                    <a:pt x="2434295" y="10463"/>
                    <a:pt x="2434295" y="14240"/>
                  </a:cubicBezTo>
                  <a:lnTo>
                    <a:pt x="2434295" y="2588194"/>
                  </a:lnTo>
                  <a:cubicBezTo>
                    <a:pt x="2434295" y="2591971"/>
                    <a:pt x="2432795" y="2595593"/>
                    <a:pt x="2430124" y="2598263"/>
                  </a:cubicBezTo>
                  <a:cubicBezTo>
                    <a:pt x="2427454" y="2600933"/>
                    <a:pt x="2423832" y="2602434"/>
                    <a:pt x="2420055" y="2602434"/>
                  </a:cubicBezTo>
                  <a:lnTo>
                    <a:pt x="14240" y="2602434"/>
                  </a:lnTo>
                  <a:cubicBezTo>
                    <a:pt x="10463" y="2602434"/>
                    <a:pt x="6841" y="2600933"/>
                    <a:pt x="4171" y="2598263"/>
                  </a:cubicBezTo>
                  <a:cubicBezTo>
                    <a:pt x="1500" y="2595593"/>
                    <a:pt x="0" y="2591971"/>
                    <a:pt x="0" y="2588194"/>
                  </a:cubicBezTo>
                  <a:lnTo>
                    <a:pt x="0" y="14240"/>
                  </a:lnTo>
                  <a:cubicBezTo>
                    <a:pt x="0" y="10463"/>
                    <a:pt x="1500" y="6841"/>
                    <a:pt x="4171" y="4171"/>
                  </a:cubicBezTo>
                  <a:cubicBezTo>
                    <a:pt x="6841" y="1500"/>
                    <a:pt x="10463" y="0"/>
                    <a:pt x="142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34295" cy="264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043813" y="208392"/>
            <a:ext cx="5022433" cy="746976"/>
          </a:xfrm>
          <a:custGeom>
            <a:avLst/>
            <a:gdLst/>
            <a:ahLst/>
            <a:cxnLst/>
            <a:rect l="l" t="t" r="r" b="b"/>
            <a:pathLst>
              <a:path w="5022433" h="746976">
                <a:moveTo>
                  <a:pt x="0" y="0"/>
                </a:moveTo>
                <a:lnTo>
                  <a:pt x="5022433" y="0"/>
                </a:lnTo>
                <a:lnTo>
                  <a:pt x="5022433" y="746977"/>
                </a:lnTo>
                <a:lnTo>
                  <a:pt x="0" y="746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85326" y="8572182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3" y="0"/>
                </a:lnTo>
                <a:lnTo>
                  <a:pt x="2849093" y="2845202"/>
                </a:lnTo>
                <a:lnTo>
                  <a:pt x="0" y="284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76985" y="1621508"/>
            <a:ext cx="7928282" cy="7636792"/>
          </a:xfrm>
          <a:custGeom>
            <a:avLst/>
            <a:gdLst/>
            <a:ahLst/>
            <a:cxnLst/>
            <a:rect l="l" t="t" r="r" b="b"/>
            <a:pathLst>
              <a:path w="7928282" h="7636792">
                <a:moveTo>
                  <a:pt x="0" y="0"/>
                </a:moveTo>
                <a:lnTo>
                  <a:pt x="7928282" y="0"/>
                </a:lnTo>
                <a:lnTo>
                  <a:pt x="7928282" y="7636792"/>
                </a:lnTo>
                <a:lnTo>
                  <a:pt x="0" y="7636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5" t="-527" r="-1452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47857" y="435555"/>
            <a:ext cx="5986537" cy="1039628"/>
          </a:xfrm>
          <a:custGeom>
            <a:avLst/>
            <a:gdLst/>
            <a:ahLst/>
            <a:cxnLst/>
            <a:rect l="l" t="t" r="r" b="b"/>
            <a:pathLst>
              <a:path w="5986537" h="1039628">
                <a:moveTo>
                  <a:pt x="0" y="0"/>
                </a:moveTo>
                <a:lnTo>
                  <a:pt x="5986538" y="0"/>
                </a:lnTo>
                <a:lnTo>
                  <a:pt x="5986538" y="1039628"/>
                </a:lnTo>
                <a:lnTo>
                  <a:pt x="0" y="10396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3698" r="-44231" b="-1227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336280" y="2054798"/>
            <a:ext cx="8665872" cy="6770213"/>
          </a:xfrm>
          <a:custGeom>
            <a:avLst/>
            <a:gdLst/>
            <a:ahLst/>
            <a:cxnLst/>
            <a:rect l="l" t="t" r="r" b="b"/>
            <a:pathLst>
              <a:path w="8665872" h="6770213">
                <a:moveTo>
                  <a:pt x="0" y="0"/>
                </a:moveTo>
                <a:lnTo>
                  <a:pt x="8665873" y="0"/>
                </a:lnTo>
                <a:lnTo>
                  <a:pt x="8665873" y="6770213"/>
                </a:lnTo>
                <a:lnTo>
                  <a:pt x="0" y="67702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E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202943"/>
            <a:ext cx="8377452" cy="9881115"/>
            <a:chOff x="0" y="0"/>
            <a:chExt cx="2206407" cy="26024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06407" cy="2602434"/>
            </a:xfrm>
            <a:custGeom>
              <a:avLst/>
              <a:gdLst/>
              <a:ahLst/>
              <a:cxnLst/>
              <a:rect l="l" t="t" r="r" b="b"/>
              <a:pathLst>
                <a:path w="2206407" h="2602434">
                  <a:moveTo>
                    <a:pt x="15710" y="0"/>
                  </a:moveTo>
                  <a:lnTo>
                    <a:pt x="2190697" y="0"/>
                  </a:lnTo>
                  <a:cubicBezTo>
                    <a:pt x="2199373" y="0"/>
                    <a:pt x="2206407" y="7034"/>
                    <a:pt x="2206407" y="15710"/>
                  </a:cubicBezTo>
                  <a:lnTo>
                    <a:pt x="2206407" y="2586723"/>
                  </a:lnTo>
                  <a:cubicBezTo>
                    <a:pt x="2206407" y="2595400"/>
                    <a:pt x="2199373" y="2602434"/>
                    <a:pt x="2190697" y="2602434"/>
                  </a:cubicBezTo>
                  <a:lnTo>
                    <a:pt x="15710" y="2602434"/>
                  </a:lnTo>
                  <a:cubicBezTo>
                    <a:pt x="7034" y="2602434"/>
                    <a:pt x="0" y="2595400"/>
                    <a:pt x="0" y="2586723"/>
                  </a:cubicBezTo>
                  <a:lnTo>
                    <a:pt x="0" y="15710"/>
                  </a:lnTo>
                  <a:cubicBezTo>
                    <a:pt x="0" y="7034"/>
                    <a:pt x="7034" y="0"/>
                    <a:pt x="157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06407" cy="264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9348211">
            <a:off x="-1272147" y="-1061808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4" y="0"/>
                </a:lnTo>
                <a:lnTo>
                  <a:pt x="2849094" y="2845201"/>
                </a:lnTo>
                <a:lnTo>
                  <a:pt x="0" y="2845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759439" y="208392"/>
            <a:ext cx="9242713" cy="9881115"/>
            <a:chOff x="0" y="0"/>
            <a:chExt cx="2434295" cy="26024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4295" cy="2602434"/>
            </a:xfrm>
            <a:custGeom>
              <a:avLst/>
              <a:gdLst/>
              <a:ahLst/>
              <a:cxnLst/>
              <a:rect l="l" t="t" r="r" b="b"/>
              <a:pathLst>
                <a:path w="2434295" h="2602434">
                  <a:moveTo>
                    <a:pt x="14240" y="0"/>
                  </a:moveTo>
                  <a:lnTo>
                    <a:pt x="2420055" y="0"/>
                  </a:lnTo>
                  <a:cubicBezTo>
                    <a:pt x="2423832" y="0"/>
                    <a:pt x="2427454" y="1500"/>
                    <a:pt x="2430124" y="4171"/>
                  </a:cubicBezTo>
                  <a:cubicBezTo>
                    <a:pt x="2432795" y="6841"/>
                    <a:pt x="2434295" y="10463"/>
                    <a:pt x="2434295" y="14240"/>
                  </a:cubicBezTo>
                  <a:lnTo>
                    <a:pt x="2434295" y="2588194"/>
                  </a:lnTo>
                  <a:cubicBezTo>
                    <a:pt x="2434295" y="2591971"/>
                    <a:pt x="2432795" y="2595593"/>
                    <a:pt x="2430124" y="2598263"/>
                  </a:cubicBezTo>
                  <a:cubicBezTo>
                    <a:pt x="2427454" y="2600933"/>
                    <a:pt x="2423832" y="2602434"/>
                    <a:pt x="2420055" y="2602434"/>
                  </a:cubicBezTo>
                  <a:lnTo>
                    <a:pt x="14240" y="2602434"/>
                  </a:lnTo>
                  <a:cubicBezTo>
                    <a:pt x="10463" y="2602434"/>
                    <a:pt x="6841" y="2600933"/>
                    <a:pt x="4171" y="2598263"/>
                  </a:cubicBezTo>
                  <a:cubicBezTo>
                    <a:pt x="1500" y="2595593"/>
                    <a:pt x="0" y="2591971"/>
                    <a:pt x="0" y="2588194"/>
                  </a:cubicBezTo>
                  <a:lnTo>
                    <a:pt x="0" y="14240"/>
                  </a:lnTo>
                  <a:cubicBezTo>
                    <a:pt x="0" y="10463"/>
                    <a:pt x="1500" y="6841"/>
                    <a:pt x="4171" y="4171"/>
                  </a:cubicBezTo>
                  <a:cubicBezTo>
                    <a:pt x="6841" y="1500"/>
                    <a:pt x="10463" y="0"/>
                    <a:pt x="142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34295" cy="264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385326" y="8572182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3" y="0"/>
                </a:lnTo>
                <a:lnTo>
                  <a:pt x="2849093" y="2845202"/>
                </a:lnTo>
                <a:lnTo>
                  <a:pt x="0" y="284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43813" y="208392"/>
            <a:ext cx="5022433" cy="746976"/>
          </a:xfrm>
          <a:custGeom>
            <a:avLst/>
            <a:gdLst/>
            <a:ahLst/>
            <a:cxnLst/>
            <a:rect l="l" t="t" r="r" b="b"/>
            <a:pathLst>
              <a:path w="5022433" h="746976">
                <a:moveTo>
                  <a:pt x="0" y="0"/>
                </a:moveTo>
                <a:lnTo>
                  <a:pt x="5022433" y="0"/>
                </a:lnTo>
                <a:lnTo>
                  <a:pt x="5022433" y="746977"/>
                </a:lnTo>
                <a:lnTo>
                  <a:pt x="0" y="746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90968" y="1580752"/>
            <a:ext cx="8186530" cy="7818136"/>
          </a:xfrm>
          <a:custGeom>
            <a:avLst/>
            <a:gdLst/>
            <a:ahLst/>
            <a:cxnLst/>
            <a:rect l="l" t="t" r="r" b="b"/>
            <a:pathLst>
              <a:path w="8186530" h="7818136">
                <a:moveTo>
                  <a:pt x="0" y="0"/>
                </a:moveTo>
                <a:lnTo>
                  <a:pt x="8186530" y="0"/>
                </a:lnTo>
                <a:lnTo>
                  <a:pt x="8186530" y="7818136"/>
                </a:lnTo>
                <a:lnTo>
                  <a:pt x="0" y="78181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20221" y="520108"/>
            <a:ext cx="7109631" cy="1101418"/>
          </a:xfrm>
          <a:custGeom>
            <a:avLst/>
            <a:gdLst/>
            <a:ahLst/>
            <a:cxnLst/>
            <a:rect l="l" t="t" r="r" b="b"/>
            <a:pathLst>
              <a:path w="7109631" h="1101418">
                <a:moveTo>
                  <a:pt x="0" y="0"/>
                </a:moveTo>
                <a:lnTo>
                  <a:pt x="7109631" y="0"/>
                </a:lnTo>
                <a:lnTo>
                  <a:pt x="7109631" y="1101418"/>
                </a:lnTo>
                <a:lnTo>
                  <a:pt x="0" y="11014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684" r="-22857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130866" y="1294666"/>
            <a:ext cx="8499861" cy="7963634"/>
          </a:xfrm>
          <a:custGeom>
            <a:avLst/>
            <a:gdLst/>
            <a:ahLst/>
            <a:cxnLst/>
            <a:rect l="l" t="t" r="r" b="b"/>
            <a:pathLst>
              <a:path w="8499861" h="7963634">
                <a:moveTo>
                  <a:pt x="0" y="0"/>
                </a:moveTo>
                <a:lnTo>
                  <a:pt x="8499860" y="0"/>
                </a:lnTo>
                <a:lnTo>
                  <a:pt x="8499860" y="7963634"/>
                </a:lnTo>
                <a:lnTo>
                  <a:pt x="0" y="79636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34" r="-1834"/>
            </a:stretch>
          </a:blipFill>
        </p:spPr>
      </p:sp>
      <p:sp>
        <p:nvSpPr>
          <p:cNvPr id="14" name="Freeform 14"/>
          <p:cNvSpPr/>
          <p:nvPr/>
        </p:nvSpPr>
        <p:spPr>
          <a:xfrm rot="2263337">
            <a:off x="7877510" y="8969797"/>
            <a:ext cx="1718924" cy="1600104"/>
          </a:xfrm>
          <a:custGeom>
            <a:avLst/>
            <a:gdLst/>
            <a:ahLst/>
            <a:cxnLst/>
            <a:rect l="l" t="t" r="r" b="b"/>
            <a:pathLst>
              <a:path w="1718924" h="1600104">
                <a:moveTo>
                  <a:pt x="0" y="0"/>
                </a:moveTo>
                <a:lnTo>
                  <a:pt x="1718924" y="0"/>
                </a:lnTo>
                <a:lnTo>
                  <a:pt x="1718924" y="1600104"/>
                </a:lnTo>
                <a:lnTo>
                  <a:pt x="0" y="16001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200" t="-11637" r="-4200" b="-6521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E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" y="113668"/>
            <a:ext cx="17913846" cy="9881115"/>
            <a:chOff x="0" y="0"/>
            <a:chExt cx="4718050" cy="26024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8050" cy="2602434"/>
            </a:xfrm>
            <a:custGeom>
              <a:avLst/>
              <a:gdLst/>
              <a:ahLst/>
              <a:cxnLst/>
              <a:rect l="l" t="t" r="r" b="b"/>
              <a:pathLst>
                <a:path w="4718050" h="2602434">
                  <a:moveTo>
                    <a:pt x="7347" y="0"/>
                  </a:moveTo>
                  <a:lnTo>
                    <a:pt x="4710703" y="0"/>
                  </a:lnTo>
                  <a:cubicBezTo>
                    <a:pt x="4712651" y="0"/>
                    <a:pt x="4714520" y="774"/>
                    <a:pt x="4715898" y="2152"/>
                  </a:cubicBezTo>
                  <a:cubicBezTo>
                    <a:pt x="4717276" y="3530"/>
                    <a:pt x="4718050" y="5398"/>
                    <a:pt x="4718050" y="7347"/>
                  </a:cubicBezTo>
                  <a:lnTo>
                    <a:pt x="4718050" y="2595087"/>
                  </a:lnTo>
                  <a:cubicBezTo>
                    <a:pt x="4718050" y="2599144"/>
                    <a:pt x="4714761" y="2602434"/>
                    <a:pt x="4710703" y="2602434"/>
                  </a:cubicBezTo>
                  <a:lnTo>
                    <a:pt x="7347" y="2602434"/>
                  </a:lnTo>
                  <a:cubicBezTo>
                    <a:pt x="5398" y="2602434"/>
                    <a:pt x="3530" y="2601660"/>
                    <a:pt x="2152" y="2600282"/>
                  </a:cubicBezTo>
                  <a:cubicBezTo>
                    <a:pt x="774" y="2598904"/>
                    <a:pt x="0" y="2597035"/>
                    <a:pt x="0" y="2595087"/>
                  </a:cubicBezTo>
                  <a:lnTo>
                    <a:pt x="0" y="7347"/>
                  </a:lnTo>
                  <a:cubicBezTo>
                    <a:pt x="0" y="5398"/>
                    <a:pt x="774" y="3530"/>
                    <a:pt x="2152" y="2152"/>
                  </a:cubicBezTo>
                  <a:cubicBezTo>
                    <a:pt x="3530" y="774"/>
                    <a:pt x="5398" y="0"/>
                    <a:pt x="73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718050" cy="264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9348211">
            <a:off x="-1272147" y="-1061808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4" y="0"/>
                </a:lnTo>
                <a:lnTo>
                  <a:pt x="2849094" y="2845201"/>
                </a:lnTo>
                <a:lnTo>
                  <a:pt x="0" y="2845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85326" y="8572182"/>
            <a:ext cx="2849094" cy="2845201"/>
          </a:xfrm>
          <a:custGeom>
            <a:avLst/>
            <a:gdLst/>
            <a:ahLst/>
            <a:cxnLst/>
            <a:rect l="l" t="t" r="r" b="b"/>
            <a:pathLst>
              <a:path w="2849094" h="2845201">
                <a:moveTo>
                  <a:pt x="0" y="0"/>
                </a:moveTo>
                <a:lnTo>
                  <a:pt x="2849093" y="0"/>
                </a:lnTo>
                <a:lnTo>
                  <a:pt x="2849093" y="2845202"/>
                </a:lnTo>
                <a:lnTo>
                  <a:pt x="0" y="28452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43813" y="208392"/>
            <a:ext cx="5022433" cy="746976"/>
          </a:xfrm>
          <a:custGeom>
            <a:avLst/>
            <a:gdLst/>
            <a:ahLst/>
            <a:cxnLst/>
            <a:rect l="l" t="t" r="r" b="b"/>
            <a:pathLst>
              <a:path w="5022433" h="746976">
                <a:moveTo>
                  <a:pt x="0" y="0"/>
                </a:moveTo>
                <a:lnTo>
                  <a:pt x="5022433" y="0"/>
                </a:lnTo>
                <a:lnTo>
                  <a:pt x="5022433" y="746977"/>
                </a:lnTo>
                <a:lnTo>
                  <a:pt x="0" y="746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-458112" y="1601351"/>
            <a:ext cx="4985965" cy="3322158"/>
            <a:chOff x="0" y="0"/>
            <a:chExt cx="1219867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9867" cy="812800"/>
            </a:xfrm>
            <a:custGeom>
              <a:avLst/>
              <a:gdLst/>
              <a:ahLst/>
              <a:cxnLst/>
              <a:rect l="l" t="t" r="r" b="b"/>
              <a:pathLst>
                <a:path w="1219867" h="812800">
                  <a:moveTo>
                    <a:pt x="609934" y="0"/>
                  </a:moveTo>
                  <a:cubicBezTo>
                    <a:pt x="273077" y="0"/>
                    <a:pt x="0" y="181951"/>
                    <a:pt x="0" y="406400"/>
                  </a:cubicBezTo>
                  <a:cubicBezTo>
                    <a:pt x="0" y="630849"/>
                    <a:pt x="273077" y="812800"/>
                    <a:pt x="609934" y="812800"/>
                  </a:cubicBezTo>
                  <a:cubicBezTo>
                    <a:pt x="946791" y="812800"/>
                    <a:pt x="1219867" y="630849"/>
                    <a:pt x="1219867" y="406400"/>
                  </a:cubicBezTo>
                  <a:cubicBezTo>
                    <a:pt x="1219867" y="181951"/>
                    <a:pt x="946791" y="0"/>
                    <a:pt x="609934" y="0"/>
                  </a:cubicBezTo>
                  <a:close/>
                </a:path>
              </a:pathLst>
            </a:custGeom>
            <a:solidFill>
              <a:srgbClr val="CBE7F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14363" y="38100"/>
              <a:ext cx="991142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89289" y="3811128"/>
            <a:ext cx="12665740" cy="2238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305"/>
              </a:lnSpc>
              <a:spcBef>
                <a:spcPct val="0"/>
              </a:spcBef>
            </a:pPr>
            <a:r>
              <a:rPr lang="en-US" sz="13075">
                <a:solidFill>
                  <a:srgbClr val="000000"/>
                </a:solidFill>
                <a:latin typeface="Abril Fatface"/>
                <a:ea typeface="Abril Fatface"/>
                <a:cs typeface="Abril Fatface"/>
                <a:sym typeface="Abril Fatface"/>
              </a:rPr>
              <a:t>THANK YOU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729108" y="5661014"/>
            <a:ext cx="7312435" cy="5621434"/>
          </a:xfrm>
          <a:custGeom>
            <a:avLst/>
            <a:gdLst/>
            <a:ahLst/>
            <a:cxnLst/>
            <a:rect l="l" t="t" r="r" b="b"/>
            <a:pathLst>
              <a:path w="7312435" h="5621434">
                <a:moveTo>
                  <a:pt x="0" y="0"/>
                </a:moveTo>
                <a:lnTo>
                  <a:pt x="7312435" y="0"/>
                </a:lnTo>
                <a:lnTo>
                  <a:pt x="7312435" y="5621434"/>
                </a:lnTo>
                <a:lnTo>
                  <a:pt x="0" y="5621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38974" y="208392"/>
            <a:ext cx="2991793" cy="3642974"/>
          </a:xfrm>
          <a:custGeom>
            <a:avLst/>
            <a:gdLst/>
            <a:ahLst/>
            <a:cxnLst/>
            <a:rect l="l" t="t" r="r" b="b"/>
            <a:pathLst>
              <a:path w="2991793" h="3642974">
                <a:moveTo>
                  <a:pt x="0" y="0"/>
                </a:moveTo>
                <a:lnTo>
                  <a:pt x="2991793" y="0"/>
                </a:lnTo>
                <a:lnTo>
                  <a:pt x="2991793" y="3642975"/>
                </a:lnTo>
                <a:lnTo>
                  <a:pt x="0" y="36429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1159502" y="7899519"/>
            <a:ext cx="5249283" cy="3214031"/>
          </a:xfrm>
          <a:custGeom>
            <a:avLst/>
            <a:gdLst/>
            <a:ahLst/>
            <a:cxnLst/>
            <a:rect l="l" t="t" r="r" b="b"/>
            <a:pathLst>
              <a:path w="5249283" h="3214031">
                <a:moveTo>
                  <a:pt x="0" y="0"/>
                </a:moveTo>
                <a:lnTo>
                  <a:pt x="5249283" y="0"/>
                </a:lnTo>
                <a:lnTo>
                  <a:pt x="5249283" y="3214031"/>
                </a:lnTo>
                <a:lnTo>
                  <a:pt x="0" y="32140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93" t="-3241" b="-3241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942836" y="1730323"/>
            <a:ext cx="3082239" cy="3064215"/>
          </a:xfrm>
          <a:custGeom>
            <a:avLst/>
            <a:gdLst/>
            <a:ahLst/>
            <a:cxnLst/>
            <a:rect l="l" t="t" r="r" b="b"/>
            <a:pathLst>
              <a:path w="3082239" h="3064215">
                <a:moveTo>
                  <a:pt x="0" y="0"/>
                </a:moveTo>
                <a:lnTo>
                  <a:pt x="3082239" y="0"/>
                </a:lnTo>
                <a:lnTo>
                  <a:pt x="3082239" y="3064214"/>
                </a:lnTo>
                <a:lnTo>
                  <a:pt x="0" y="30642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08" b="-489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textYou're welcome! If you have any questions or need assistance with anything, feel free to ask.</dc:title>
  <cp:lastModifiedBy>Ursheeta Jain</cp:lastModifiedBy>
  <cp:revision>2</cp:revision>
  <dcterms:created xsi:type="dcterms:W3CDTF">2006-08-16T00:00:00Z</dcterms:created>
  <dcterms:modified xsi:type="dcterms:W3CDTF">2026-05-13T02:10:53Z</dcterms:modified>
  <dc:identifier>DAHJdx07Q3k</dc:identifier>
</cp:coreProperties>
</file>